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EVA QA pptx live probe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Сообщение #766</a:t>
            </a:r>
          </a:p>
          <a:p>
            <a:r>
              <a:t>2026-06-23T06:51:20+00:00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Чат: EVA QA pptx live probe</a:t>
            </a:r>
          </a:p>
          <a:p>
            <a:pPr/>
            <a:r>
              <a:t>Сообщение: #766</a:t>
            </a:r>
          </a:p>
          <a:p>
            <a:pPr/>
            <a:r>
              <a:t>Дата: 2026-06-23T06:51:20+00:00</a:t>
            </a:r>
          </a:p>
          <a:p>
            <a:pPr/>
            <a:r>
              <a:t>Слайд 1: Титульный</a:t>
            </a:r>
          </a:p>
          <a:p>
            <a:pPr/>
            <a:r>
              <a:t>Заголовок: Hermes Web: Отчет по исправлению критических ошибок в продакшн-среде (Prod Fixes)</a:t>
            </a:r>
          </a:p>
          <a:p>
            <a:pPr/>
            <a:r>
              <a:t>Подзаголовок: Анализ инцидентов, реализованные исправления и меры по обеспечению стабильности системы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Дата: Июнь 2026</a:t>
            </a:r>
          </a:p>
          <a:p>
            <a:pPr/>
            <a:r>
              <a:t>Статус: Финальный отчет</a:t>
            </a:r>
          </a:p>
          <a:p>
            <a:pPr/>
            <a:r>
              <a:t>Слайд 2: Executive Summary (Резюме)</a:t>
            </a:r>
          </a:p>
          <a:p>
            <a:pPr/>
            <a:r>
              <a:t>Цель: Стабилизация работы Hermes Web после последнего релиза и устранение деградации производительности.</a:t>
            </a:r>
          </a:p>
          <a:p>
            <a:pPr/>
            <a:r>
              <a:t>Ключевые показатели:</a:t>
            </a:r>
          </a:p>
          <a:p>
            <a:pPr/>
            <a:r>
              <a:t>- Всего исправлено критических ошибок (P0/P1):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- Ошибок среднего приоритета (P2): 24</a:t>
            </a:r>
          </a:p>
          <a:p>
            <a:pPr/>
            <a:r>
              <a:t>- Среднее время восстановления (MTTR) сокращено на 30%</a:t>
            </a:r>
          </a:p>
          <a:p>
            <a:pPr/>
            <a:r>
              <a:t>- Доступность системы (Uptime) восстановлена до целевого показателя 99.9%</a:t>
            </a:r>
          </a:p>
          <a:p>
            <a:pPr/>
            <a:r>
              <a:t>Основной вывод: Система переведена в стабильный режим работы. Основные риски связаны с нагрузкой на БД при пиковых запросах, что требует дальнейшей оптимизации.</a:t>
            </a:r>
          </a:p>
          <a:p>
            <a:pPr/>
            <a:r>
              <a:t>Слайд 3: Обзор исправлений по категориям</a:t>
            </a:r>
          </a:p>
          <a:p>
            <a:pPr/>
            <a:r>
              <a:t>Категория 1: Производительность и стабильность (Performance &amp; Stability)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- Устранение утечек памяти в модуле рендеринга интерфейса.</a:t>
            </a:r>
          </a:p>
          <a:p>
            <a:pPr/>
            <a:r>
              <a:t>- Оптимизация SQL-запросов для сокращения времени отклика (Latency) на 40%.</a:t>
            </a:r>
          </a:p>
          <a:p>
            <a:pPr/>
            <a:r>
              <a:t>- Фикс циклической перезагрузки сессий при разрыве соединения.</a:t>
            </a:r>
          </a:p>
          <a:p>
            <a:pPr/>
            <a:r>
              <a:t>Категория 2: Функциональные ошибки (Functional Bugs)</a:t>
            </a:r>
          </a:p>
          <a:p>
            <a:pPr/>
            <a:r>
              <a:t>- Исправление некорректного отображения данных в дашбордах при использовании фильтров.</a:t>
            </a:r>
          </a:p>
          <a:p>
            <a:pPr/>
            <a:r>
              <a:t>- Решение проблемы с потерей данных при сохранении длинных текстовых полей.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- Синхронизация состояний между фронтендом и бэкендом в режиме реального времени.</a:t>
            </a:r>
          </a:p>
          <a:p>
            <a:pPr/>
            <a:r>
              <a:t>Категория 3: Безопасность и доступ (Security &amp; Access)</a:t>
            </a:r>
          </a:p>
          <a:p>
            <a:pPr/>
            <a:r>
              <a:t>- Исправление уязвимости в механизме валидации JWT-токенов.</a:t>
            </a:r>
          </a:p>
          <a:p>
            <a:pPr/>
            <a:r>
              <a:t>- Устранение ошибки прав доступа (RBAC) при переключении между профилями.</a:t>
            </a:r>
          </a:p>
          <a:p>
            <a:pPr/>
            <a:r>
              <a:t>- Оптимизация процесса аутентификации через SSO.</a:t>
            </a:r>
          </a:p>
          <a:p>
            <a:pPr/>
            <a:r>
              <a:t>Слайд 4: Анализ корневых причин (Root Cause Analysis — RCA)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Ключевой инцидент: Деградация производительности при нагрузке &gt; 1000 RPS.</a:t>
            </a:r>
          </a:p>
          <a:p>
            <a:pPr/>
            <a:r>
              <a:t>Корневая причина: Неэффективное использование индексов в таблице логов и отсутствие кэширования повторяющихся запросов к API.</a:t>
            </a:r>
          </a:p>
          <a:p>
            <a:pPr/>
            <a:r>
              <a:t>Реализованное решение:</a:t>
            </a:r>
          </a:p>
          <a:p>
            <a:pPr/>
            <a:r>
              <a:t>1. Переиндексация основных таблиц БД.</a:t>
            </a:r>
          </a:p>
          <a:p>
            <a:pPr/>
            <a:r>
              <a:t>2. Внедрение слоя кэширования Redis для статичных справочников.</a:t>
            </a:r>
          </a:p>
          <a:p>
            <a:pPr/>
            <a:r>
              <a:t>3. Оптимизация пула соединений с базой данных.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Слайд 5: Влияние на бизнес-метрики (Business Impact)</a:t>
            </a:r>
          </a:p>
          <a:p>
            <a:pPr/>
            <a:r>
              <a:t>До исправлений:</a:t>
            </a:r>
          </a:p>
          <a:p>
            <a:pPr/>
            <a:r>
              <a:t>- Процент отказов (Error Rate): 4.5%</a:t>
            </a:r>
          </a:p>
          <a:p>
            <a:pPr/>
            <a:r>
              <a:t>- Среднее время загрузки страницы: 3.2 сек.</a:t>
            </a:r>
          </a:p>
          <a:p>
            <a:pPr/>
            <a:r>
              <a:t>- Количество жалоб пользователей: ~15 в сутки.</a:t>
            </a:r>
          </a:p>
          <a:p>
            <a:pPr/>
            <a:r>
              <a:t>После исправлений: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- Процент отказов (Error Rate): &lt; 0.1%</a:t>
            </a:r>
          </a:p>
          <a:p>
            <a:pPr/>
            <a:r>
              <a:t>- Среднее время загрузки страницы: 1.1 сек.</a:t>
            </a:r>
          </a:p>
          <a:p>
            <a:pPr/>
            <a:r>
              <a:t>- Количество жалоб пользователей: &lt; 2 в сутки.</a:t>
            </a:r>
          </a:p>
          <a:p>
            <a:pPr/>
            <a:r>
              <a:t>Эффект: Повышение удовлетворенности пользователей (CSAT) и снижение нагрузки на службу поддержки на 60%.</a:t>
            </a:r>
          </a:p>
          <a:p>
            <a:pPr/>
            <a:r>
              <a:t>Слайд 6: Меры по предотвращению рецидивов (Prevention Plan)</a:t>
            </a:r>
          </a:p>
          <a:p>
            <a:pPr/>
            <a:r>
              <a:t>Технические меры: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- Внедрение автоматизированных регрессионных тестов на критические пути пользователя (Critical Path).</a:t>
            </a:r>
          </a:p>
          <a:p>
            <a:pPr/>
            <a:r>
              <a:t>- Настройка детального алертинга в Grafana/Prometheus по метрикам задержки (p95, p99).</a:t>
            </a:r>
          </a:p>
          <a:p>
            <a:pPr/>
            <a:r>
              <a:t>- Введение обязательного Code Review для всех изменений в архитектуре БД.</a:t>
            </a:r>
          </a:p>
          <a:p>
            <a:pPr/>
            <a:r>
              <a:t>Процессные меры:</a:t>
            </a:r>
          </a:p>
          <a:p>
            <a:pPr/>
            <a:r>
              <a:t>- Обновление чек-листа готовности к релизу (Definition of Ready).</a:t>
            </a:r>
          </a:p>
          <a:p>
            <a:pPr/>
            <a:r>
              <a:t>- Проведение регулярных нагрузочных тестов перед каждым крупным обновлением.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- Создание базы знаний по типовым ошибкам продакшена для ускорения Onboarding-а новых разработчиков.</a:t>
            </a:r>
          </a:p>
          <a:p>
            <a:pPr/>
            <a:r>
              <a:t>Слайд 7: Текущий статус и следующие шаги</a:t>
            </a:r>
          </a:p>
          <a:p>
            <a:pPr/>
            <a:r>
              <a:t>Текущий статус: Стабильно (Green)</a:t>
            </a:r>
          </a:p>
          <a:p>
            <a:pPr/>
            <a:r>
              <a:t>План на ближайший спринт:</a:t>
            </a:r>
          </a:p>
          <a:p>
            <a:pPr/>
            <a:r>
              <a:t>1. Мониторинг поведения системы при планируемом росте трафика (+20%).</a:t>
            </a:r>
          </a:p>
          <a:p>
            <a:pPr/>
            <a:r>
              <a:t>2. Рефакторинг legacy-модулей, которые стали источником P2 ошибок.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3. Полный аудит безопасности внешних интеграций.</a:t>
            </a:r>
          </a:p>
          <a:p>
            <a:pPr/>
            <a:r>
              <a:t>4. Переход на новую стратегию деплоя (Canary Deployment) для снижения рисков при обновлениях.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