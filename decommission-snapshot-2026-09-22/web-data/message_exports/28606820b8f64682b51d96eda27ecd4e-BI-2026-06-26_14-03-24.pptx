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Arial"/>
              </a:rPr>
              <a:t>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7F9FC"/>
                </a:solidFill>
                <a:latin typeface="Arial"/>
              </a:rPr>
              <a:t>• Титульный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Структура презентации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48920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297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42033"/>
                </a:solidFill>
                <a:latin typeface="Arial"/>
              </a:rPr>
              <a:t>1. Титульный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142033"/>
                </a:solidFill>
                <a:latin typeface="Arial"/>
              </a:rPr>
              <a:t>Титульный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8813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058400" cy="434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142033"/>
                </a:solidFill>
                <a:latin typeface="Arial"/>
              </a:rPr>
              <a:t>• </a:t>
            </a:r>
            <a:r>
              <a:rPr sz="1200" b="0" i="0">
                <a:solidFill>
                  <a:srgbClr val="142033"/>
                </a:solidFill>
                <a:latin typeface="Arial"/>
              </a:rPr>
              <a:t>Тема презентации: Бизнес‑интеллект (BI) – определение, цели, архитектура, этапы внедрения, история термина, эволюция практик и инструментов Подготовлено для: руководства компании, аналитиков данных, ИТ‑специалистов, владельцев бизнес‑процессов Дата: 26 июня 2026 года Подготовил: Агент‑консультант Hermes Цель презентации: дать слушателям полное представление о том, что такое BI, зачем он нужен, как его правильно внедрять и какие тенденции формируют его будущее Вывод: понимание фундаментальных концепций и этапов жизни BI помогает выбрать правильный путь к данным‑ориентированному управлению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