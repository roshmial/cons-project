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Victoria ITFM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Слайд 1 – Титульный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 – Титульный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Заголовок: ITFM</a:t>
            </a:r>
          </a:p>
          <a:p>
            <a:pPr>
              <a:defRPr sz="2000"/>
            </a:pPr>
            <a:r>
              <a:t>• Подзаголовок: Виктория • 25 июня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Victoria ITFM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 – Что такое IT Financial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Управление затратами и прозрачностью ИТ</a:t>
            </a:r>
          </a:p>
          <a:p>
            <a:pPr>
              <a:defRPr sz="2000"/>
            </a:pPr>
            <a:r>
              <a:t>• Связь ИТ-услуг с финансовой моделью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32004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Victoria ITFM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 – Роли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3891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Зона ответственности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Спонсор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Архитектор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Целевой контур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