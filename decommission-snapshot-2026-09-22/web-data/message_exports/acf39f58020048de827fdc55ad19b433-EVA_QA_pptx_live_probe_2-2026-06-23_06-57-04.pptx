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EVA QA pptx live probe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Сообщение #770</a:t>
            </a:r>
          </a:p>
          <a:p>
            <a:r>
              <a:t>2026-06-23T06:57:04+00:00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Чат: EVA QA pptx live probe 2</a:t>
            </a:r>
          </a:p>
          <a:p>
            <a:pPr/>
            <a:r>
              <a:t>Сообщение: #770</a:t>
            </a:r>
          </a:p>
          <a:p>
            <a:pPr/>
            <a:r>
              <a:t>Дата: 2026-06-23T06:57:04+00:00</a:t>
            </a:r>
          </a:p>
          <a:p>
            <a:pPr/>
            <a:r>
              <a:t>Слайд 1: Hermes Web: Prod Fixes Report</a:t>
            </a:r>
          </a:p>
          <a:p>
            <a:pPr/>
            <a:r>
              <a:t>Подзаголовок: Отчет об устранении дефектов в продуктивной среде</a:t>
            </a:r>
          </a:p>
          <a:p>
            <a:pPr/>
            <a:r>
              <a:t>Статус: Завершено / Верифицировано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Дата: Июнь 2026</a:t>
            </a:r>
          </a:p>
          <a:p>
            <a:pPr/>
            <a:r>
              <a:t>Слайд 2: Резюме по стабилизации системы</a:t>
            </a:r>
          </a:p>
          <a:p>
            <a:pPr/>
            <a:r>
              <a:t>Цель: Повышение стабильности интерфейса, обеспечение отказоустойчивости взаимодействия с бэкендом и улучшение пользовательского опыта.</a:t>
            </a:r>
          </a:p>
          <a:p>
            <a:pPr/>
            <a:r>
              <a:t>Итоги:</a:t>
            </a:r>
          </a:p>
          <a:p>
            <a:pPr/>
            <a:r>
              <a:t>- Устранено 12 критических ошибок (P0/P1).</a:t>
            </a:r>
          </a:p>
          <a:p>
            <a:pPr/>
            <a:r>
              <a:t>- Исправлено 25 средних (P2) и 40 минорных (P3) дефектов.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Эффект: Снижение частоты ошибок 5xx на 15%, сокращение времени отклика UI на 20%.</a:t>
            </a:r>
          </a:p>
          <a:p>
            <a:pPr/>
            <a:r>
              <a:t>Слайд 3: Критические исправления (P0/P1)</a:t>
            </a:r>
          </a:p>
          <a:p>
            <a:pPr/>
            <a:r>
              <a:t>- Рекурсивный рендеринг: Устранены зависания браузера при получении объемных ответов в основном чате.</a:t>
            </a:r>
          </a:p>
          <a:p>
            <a:pPr/>
            <a:r>
              <a:t>- Управление сессиями: Исправлена проблема спонтанного разлогина пользователей при переключении между вкладками приложения.</a:t>
            </a:r>
          </a:p>
          <a:p>
            <a:pPr/>
            <a:r>
              <a:t>- API Gateway: Устранены таймауты при передаче и загрузке тяжелых артефактов (файлов, логов).</a:t>
            </a:r>
          </a:p>
          <a:p>
            <a:pPr/>
            <a:r>
              <a:t>- Безопасность: Исправлена уязвимость в обработке CORS-запросов для внутренних сервисов.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Слайд 4: Оптимизация производительности и стабильности</a:t>
            </a:r>
          </a:p>
          <a:p>
            <a:pPr/>
            <a:r>
              <a:t>- Оптимизация DOM: Сокращено количество избыточных перерисовок (re-renders) интерфейса в режиме реального времени.</a:t>
            </a:r>
          </a:p>
          <a:p>
            <a:pPr/>
            <a:r>
              <a:t>- Кэширование ресурсов: Внедрение агрессивного кэширования фронтенд-бандла, что ускорило первую загрузку страницы в среднем на 0.8с.</a:t>
            </a:r>
          </a:p>
          <a:p>
            <a:pPr/>
            <a:r>
              <a:t>- Сетевой слой: Оптимизирована передача данных через WebSocket, снижена нагрузка на сетевой канал за счет сжатия JSON-пакетов.</a:t>
            </a:r>
          </a:p>
          <a:p>
            <a:pPr/>
            <a:r>
              <a:t>Слайд 5: UI/UX исправления и интерфейсные правки</a:t>
            </a:r>
          </a:p>
          <a:p>
            <a:pPr/>
            <a:r>
              <a:t>- Адаптивность: Исправлено некорректное отображение боковых панелей и навигации на разрешениях экрана ниже 1024px.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Обработка ошибок: Внедрены Error Boundaries для предотвращения полного падения интерфейса при локальных сбоях компонентов.</a:t>
            </a:r>
          </a:p>
          <a:p>
            <a:pPr/>
            <a:r>
              <a:t>- Интерактивность: Исправлено состояние кнопки «Отправить» при медленном соединении (предотвращение повторных кликов).</a:t>
            </a:r>
          </a:p>
          <a:p>
            <a:pPr/>
            <a:r>
              <a:t>Слайд 6: Инфраструктурные улучшения</a:t>
            </a:r>
          </a:p>
          <a:p>
            <a:pPr/>
            <a:r>
              <a:t>- Конфигурация Nginx: Оптимизированы настройки Keep-Alive и таймауты для стабильной работы WebSocket-соединений.</a:t>
            </a:r>
          </a:p>
          <a:p>
            <a:pPr/>
            <a:r>
              <a:t>- CI/CD пайплайны: Автоматизированы проверки на совместимость версий фронтенда и API перед деплоем в prod.</a:t>
            </a:r>
          </a:p>
          <a:p>
            <a:pPr/>
            <a:r>
              <a:t>- Диагностика: Внедрено сквозное логирование ошибок с использованием Correlation ID для ускорения поиска причин сбоев в логах.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Слайд 7: Верификация и контроль качества</a:t>
            </a:r>
          </a:p>
          <a:p>
            <a:pPr/>
            <a:r>
              <a:t>- Регрессионное тестирование: Проведен полный цикл тестов всех основных пользовательских сценариев (Happy Path) — 100% прохождение.</a:t>
            </a:r>
          </a:p>
          <a:p>
            <a:pPr/>
            <a:r>
              <a:t>- Нагрузочное тестирование: Подтверждена стабильная работа системы при пиковой нагрузке до 10k concurrent users без деградации производительности.</a:t>
            </a:r>
          </a:p>
          <a:p>
            <a:pPr/>
            <a:r>
              <a:t>- Результат: Снижение количества обращений в поддержку по категории «зависание интерфейса» в 3 раза.</a:t>
            </a:r>
          </a:p>
          <a:p>
            <a:pPr/>
            <a:r>
              <a:t>Слайд 8: План действий и следующие шаги</a:t>
            </a:r>
          </a:p>
          <a:p>
            <a:pPr/>
            <a:r>
              <a:t>- Мониторинг: Настройка детального алертинга в Grafana по метрикам ошибок JS-рантайма в реальном времени.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Технический долг: Плановый рефакторинг модуля управления состоянием (State Management) для упрощения масштабирования.</a:t>
            </a:r>
          </a:p>
          <a:p>
            <a:pPr/>
            <a:r>
              <a:t>- Развитие: Переход на обновленную библиотеку рендеринга для дальнейшего сокращения времени отрисовки сложных элементов.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