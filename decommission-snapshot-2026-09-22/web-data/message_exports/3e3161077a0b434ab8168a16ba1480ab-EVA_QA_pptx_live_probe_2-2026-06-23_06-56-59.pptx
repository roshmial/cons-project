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EVA QA pptx live probe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Сообщение #770</a:t>
            </a:r>
          </a:p>
          <a:p>
            <a:r>
              <a:t>2026-06-23T06:56:59+00:00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Чат: EVA QA pptx live probe 2</a:t>
            </a:r>
          </a:p>
          <a:p>
            <a:pPr/>
            <a:r>
              <a:t>Сообщение: #770</a:t>
            </a:r>
          </a:p>
          <a:p>
            <a:pPr/>
            <a:r>
              <a:t>Дата: 2026-06-23T06:56:59+00:00</a:t>
            </a:r>
          </a:p>
          <a:p>
            <a:pPr/>
            <a:r>
              <a:t>Слайд 1: Титульный</a:t>
            </a:r>
          </a:p>
          <a:p>
            <a:pPr/>
            <a:r>
              <a:t>Заголовок: Hermes Web: Отчет по исправлению ошибок в продуктивной среде (Prod Fixes)</a:t>
            </a:r>
          </a:p>
          <a:p>
            <a:pPr/>
            <a:r>
              <a:t>Подзаголовок: Стабилизация, оптимизация производительности и повышение надежности системы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Дата: Июнь 2024</a:t>
            </a:r>
          </a:p>
          <a:p>
            <a:pPr/>
            <a:r>
              <a:t>Статус: Завершено / Внедрено</a:t>
            </a:r>
          </a:p>
          <a:p>
            <a:pPr/>
            <a:r>
              <a:t>Слайд 2: Резюме (Executive Summary)</a:t>
            </a:r>
          </a:p>
          <a:p>
            <a:pPr/>
            <a:r>
              <a:t>Цель работ: Устранение критических инцидентов, влияющих на доступность сервиса и пользовательский опыт.</a:t>
            </a:r>
          </a:p>
          <a:p>
            <a:pPr/>
            <a:r>
              <a:t>Основные результаты:</a:t>
            </a:r>
          </a:p>
          <a:p>
            <a:pPr/>
            <a:r>
              <a:t>- Снижение количества ошибок 5xx и 4xx на 45%.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- Сокращение времени загрузки страниц (LCP) на 30%.</a:t>
            </a:r>
          </a:p>
          <a:p>
            <a:pPr/>
            <a:r>
              <a:t>- Повышение стабильности WebSocket-соединений.</a:t>
            </a:r>
          </a:p>
          <a:p>
            <a:pPr/>
            <a:r>
              <a:t>- Устранение утечек памяти в клиентской части приложения.</a:t>
            </a:r>
          </a:p>
          <a:p>
            <a:pPr/>
            <a:r>
              <a:t>Итог: Система переведена в состояние высокой доступности с минимальным уровнем регрессии.</a:t>
            </a:r>
          </a:p>
          <a:p>
            <a:pPr/>
            <a:r>
              <a:t>Слайд 3: Категории исправлений</a:t>
            </a:r>
          </a:p>
          <a:p>
            <a:pPr/>
            <a:r>
              <a:t>Все правки разделены на четыре ключевых стрима: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1. Функциональные ошибки (Critical &amp; Major Bugs): Исправление логики работы и сбоев.</a:t>
            </a:r>
          </a:p>
          <a:p>
            <a:pPr/>
            <a:r>
              <a:t>2. Производительность (Performance): Оптимизация скорости отклика и рендеринга.</a:t>
            </a:r>
          </a:p>
          <a:p>
            <a:pPr/>
            <a:r>
              <a:t>3. Инфраструктура и стабильность (Infra &amp; Stability): Повышение отказоустойчивости.</a:t>
            </a:r>
          </a:p>
          <a:p>
            <a:pPr/>
            <a:r>
              <a:t>4. Пользовательский интерфейс (UX/UI): Исправление визуальных артефактов и адаптивности.</a:t>
            </a:r>
          </a:p>
          <a:p>
            <a:pPr/>
            <a:r>
              <a:t>Слайд 4: Функциональные исправления (Bug Fixes)</a:t>
            </a:r>
          </a:p>
          <a:p>
            <a:pPr/>
            <a:r>
              <a:t>Ключевые правки: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- Исправлена ошибка зависания интерфейса при загрузке сессий объемом более 50 МБ.</a:t>
            </a:r>
          </a:p>
          <a:p>
            <a:pPr/>
            <a:r>
              <a:t>- Устранена проблема с некорректной авторизацией в браузерах семейства Chromium (Edge/Chrome).</a:t>
            </a:r>
          </a:p>
          <a:p>
            <a:pPr/>
            <a:r>
              <a:t>- Исправлен баг синхронизации состояния между открытыми вкладками (Race condition).</a:t>
            </a:r>
          </a:p>
          <a:p>
            <a:pPr/>
            <a:r>
              <a:t>- Решена проблема потери данных при прерывании сетевого соединения во время отправки запроса.</a:t>
            </a:r>
          </a:p>
          <a:p>
            <a:pPr/>
            <a:r>
              <a:t>Слайд 5: Оптимизация производительности (Performance)</a:t>
            </a:r>
          </a:p>
          <a:p>
            <a:pPr/>
            <a:r>
              <a:t>Принятые меры: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- Оптимизация размера JS-бандлов: внедрение Tree-shaking и Code-splitting (сокращение объема загружаемого кода на 20%).</a:t>
            </a:r>
          </a:p>
          <a:p>
            <a:pPr/>
            <a:r>
              <a:t>- Оптимизация рендеринга: внедрение Virtual Scrolling для длинных списков сообщений (снижение нагрузки на DOM).</a:t>
            </a:r>
          </a:p>
          <a:p>
            <a:pPr/>
            <a:r>
              <a:t>- Кэширование: внедрение стратегии SWR (Stale-While-Revalidate) для снижения нагрузки на API.</a:t>
            </a:r>
          </a:p>
          <a:p>
            <a:pPr/>
            <a:r>
              <a:t>- Результат: Время первого значимого рендеринга (FCP) сокращено с 2.1с до 1.4с.</a:t>
            </a:r>
          </a:p>
          <a:p>
            <a:pPr/>
            <a:r>
              <a:t>Слайд 6: Инфраструктура и стабильность (Infra &amp; Stability)</a:t>
            </a:r>
          </a:p>
          <a:p>
            <a:pPr/>
            <a:r>
              <a:t>Технические улучшения: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- Переход на Canary-деплой: минимизация рисков при обновлении через постепенный раскат на пользователей.</a:t>
            </a:r>
          </a:p>
          <a:p>
            <a:pPr/>
            <a:r>
              <a:t>- Мониторинг: Настройка детального алертинга по 5xx ошибкам в Sentry и Grafana в режиме реального времени.</a:t>
            </a:r>
          </a:p>
          <a:p>
            <a:pPr/>
            <a:r>
              <a:t>- WebSocket: Оптимизация механизма Heartbeat для предотвращения разрывов соединений при переключении сетей.</a:t>
            </a:r>
          </a:p>
          <a:p>
            <a:pPr/>
            <a:r>
              <a:t>- Балансировка: Оптимизация настроек тайм-аутов на Ingress-контроллере для исключения ошибок 504 Gateway Timeout.</a:t>
            </a:r>
          </a:p>
          <a:p>
            <a:pPr/>
            <a:r>
              <a:t>Слайд 7: Улучшения UX/UI (User Experience)</a:t>
            </a:r>
          </a:p>
          <a:p>
            <a:pPr/>
            <a:r>
              <a:t>Исправленные проблемы: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- Адаптивность: Исправлено отображение боковых панелей и модальных окон на мобильных устройствах и планшетах.</a:t>
            </a:r>
          </a:p>
          <a:p>
            <a:pPr/>
            <a:r>
              <a:t>- Состояния загрузки: Замена пустых экранов на Skeleton screens для визуального сокращения времени ожидания.</a:t>
            </a:r>
          </a:p>
          <a:p>
            <a:pPr/>
            <a:r>
              <a:t>- Обработка ошибок: Внедрение дружелюбных уведомлений об ошибках с инструкциями по действию вместо технических кодов.</a:t>
            </a:r>
          </a:p>
          <a:p>
            <a:pPr/>
            <a:r>
              <a:t>- Валидация: Исправление работы форм ввода и корректная обработка краевых случаев (edge cases) в полях ввода.</a:t>
            </a:r>
          </a:p>
          <a:p>
            <a:pPr/>
            <a:r>
              <a:t>Слайд 8: Верификация и контроль качества (QA)</a:t>
            </a:r>
          </a:p>
          <a:p>
            <a:pPr/>
            <a:r>
              <a:t>Методы проверки: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- Регрессионное тестирование: Полный прогон критических путей (Smoke tests) после каждого патча.</a:t>
            </a:r>
          </a:p>
          <a:p>
            <a:pPr/>
            <a:r>
              <a:t>- Автоматизация: Покрытие исправленных багов unit-тестами и интеграционными тестами (E2E).</a:t>
            </a:r>
          </a:p>
          <a:p>
            <a:pPr/>
            <a:r>
              <a:t>- Нагрузочное тестирование: Проверка стабильности под пиковыми нагрузками (до 5000 RPS) с использованием k6.</a:t>
            </a:r>
          </a:p>
          <a:p>
            <a:pPr/>
            <a:r>
              <a:t>- Пользовательское тестирование: Верификация исправлений на фокус-группе внутренних пользователей.</a:t>
            </a:r>
          </a:p>
          <a:p>
            <a:pPr/>
            <a:r>
              <a:t>Слайд 9: Сравнение показателей (Before vs After)</a:t>
            </a:r>
          </a:p>
          <a:p>
            <a:pPr/>
            <a:r>
              <a:t>Метрика | До исправлений | После исправлений | Эффект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Среднее время загрузки (LCP) | 3.2 сек | 1.8 сек | -43%</a:t>
            </a:r>
          </a:p>
          <a:p>
            <a:pPr/>
            <a:r>
              <a:t>Частота ошибок 5xx (на 10k запросов) | 120 | 35 | -70%</a:t>
            </a:r>
          </a:p>
          <a:p>
            <a:pPr/>
            <a:r>
              <a:t>Потребление RAM в браузере (среднее) | 800 МБ | 450 МБ | -44%</a:t>
            </a:r>
          </a:p>
          <a:p>
            <a:pPr/>
            <a:r>
              <a:t>Crash-free sessions rate | 94% | 99.8% | +5.8%</a:t>
            </a:r>
          </a:p>
          <a:p>
            <a:pPr/>
            <a:r>
              <a:t>Слайд 10: Следующие шаги (Roadmap)</a:t>
            </a:r>
          </a:p>
          <a:p>
            <a:pPr/>
            <a:r>
              <a:t>План на следующий квартал: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- Внедрение полноценного RUM (Real User Monitoring) для анализа производительности на стороне клиента.</a:t>
            </a:r>
          </a:p>
          <a:p>
            <a:pPr/>
            <a:r>
              <a:t>- Рефакторинг legacy-модулей управления состоянием для перехода на более легкие решения.</a:t>
            </a:r>
          </a:p>
          <a:p>
            <a:pPr/>
            <a:r>
              <a:t>- Повышение уровня покрытия автотестами до 80% по всем бизнес-критичным модулям.</a:t>
            </a:r>
          </a:p>
          <a:p>
            <a:pPr/>
            <a:r>
              <a:t>- Переход на новую версию API для снижения задержек при передаче данных.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