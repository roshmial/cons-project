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Смотрю на задачу так: Задача по расписанию: React smoke job 1780859893265. Описание: Smoke-created React job. Формат выдачи: ясный прикладной ответ для пользователя Acceptance User. Текст задачи: Скажи коротко, что это React smoke job.. Для MVP это mock-ответ, но логика продукта уже построена так, чтобы backend управлял профилем, контекстом и запуском jobs отдельно от frontend.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