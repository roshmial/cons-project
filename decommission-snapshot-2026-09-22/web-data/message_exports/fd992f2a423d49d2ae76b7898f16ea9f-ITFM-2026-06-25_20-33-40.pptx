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ITFM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#957</a:t>
            </a:r>
          </a:p>
          <a:p>
            <a:r>
              <a:t>2026-06-25T20:33:40+00:00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ITFM</a:t>
            </a:r>
          </a:p>
          <a:p>
            <a:pPr/>
            <a:r>
              <a:t>Сообщение: #957</a:t>
            </a:r>
          </a:p>
          <a:p>
            <a:pPr/>
            <a:r>
              <a:t>Дата: 2026-06-25T20:33:40+00:00</a:t>
            </a:r>
          </a:p>
          <a:p>
            <a:pPr/>
            <a:r>
              <a:t>Слайд 1</a:t>
            </a:r>
          </a:p>
          <a:p>
            <a:pPr/>
            <a:r>
              <a:t>IT Financial Management (ITFM)</a:t>
            </a:r>
          </a:p>
          <a:p>
            <a:pPr/>
            <a:r>
              <a:t>Обзор, зачем нужно, как внедрять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Виктория • 25 июня 2026</a:t>
            </a:r>
          </a:p>
          <a:p>
            <a:pPr/>
            <a:r>
              <a:t>Слайд 2</a:t>
            </a:r>
          </a:p>
          <a:p>
            <a:pPr/>
            <a:r>
              <a:t>Что такое IT Financial Management?</a:t>
            </a:r>
          </a:p>
          <a:p>
            <a:pPr/>
            <a:r>
              <a:t>- Управление финансами ИТ – дисциплина планирования, учёта, контроля и отчётности расходов на ИТ‑услуги и инфраструктуру.</a:t>
            </a:r>
          </a:p>
          <a:p>
            <a:pPr/>
            <a:r>
              <a:t>- Цель: обеспечить прозрачность затрат и их согласование с бизнес‑целями организации.</a:t>
            </a:r>
          </a:p>
          <a:p>
            <a:pPr/>
            <a:r>
              <a:t>Слайд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Зачем нужно ITFM?</a:t>
            </a:r>
          </a:p>
          <a:p>
            <a:pPr/>
            <a:r>
              <a:t>- Прозрачность затрат по статьям, сервисам, проектам, бизнес‑подразделениям.</a:t>
            </a:r>
          </a:p>
          <a:p>
            <a:pPr/>
            <a:r>
              <a:t>- Оптимизация расходов (лицензии, облако, аутсорсинг).</a:t>
            </a:r>
          </a:p>
          <a:p>
            <a:pPr/>
            <a:r>
              <a:t>- Поддержка принятия решений: бюджетирование, инвестиционные обоснования, charge‑back/show‑back.</a:t>
            </a:r>
          </a:p>
          <a:p>
            <a:pPr/>
            <a:r>
              <a:t>- Соответствие требованиям управления (SOX, GDPR) и внутренним аудитам.</a:t>
            </a:r>
          </a:p>
          <a:p>
            <a:pPr/>
            <a:r>
              <a:t>- Связь ИТ и бизнеса – общий язык ценности ИТ‑инвестиций.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Слайд 4</a:t>
            </a:r>
          </a:p>
          <a:p>
            <a:pPr/>
            <a:r>
              <a:t>Идеальное применение ITFM</a:t>
            </a:r>
          </a:p>
          <a:p>
            <a:pPr/>
            <a:r>
              <a:t>- Бюджетирование и планирование: годовые и многолетние бюджеты ИТ, согласование с бизнес‑планами (SAP BPC, Oracle Hyperion, Adaptive Insights).</a:t>
            </a:r>
          </a:p>
          <a:p>
            <a:pPr/>
            <a:r>
              <a:t>- Учёт и распределение затрат: модель затрат (cost pools, драйверы распределения), распределение по сервисам, приложениям, облакам (Apptio, Cloudability, ServiceNow Financial Management, Flexera).</a:t>
            </a:r>
          </a:p>
          <a:p>
            <a:pPr/>
            <a:r>
              <a:t>- Charge‑back / Show‑back: внутреннее выставление счетов или прозрачная отчётность о потреблении ресурсов (та же стек‑suite, пользовательские дашборды Power BI/Tableau).</a:t>
            </a:r>
          </a:p>
          <a:p>
            <a:pPr/>
            <a:r>
              <a:t>- Оптимизация и benchmarking: сравнение с отраслевыми нормативами, выявление возможностей экономии (Gartner IT Key Metrics Data, IDC IT Spending Guides).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Управление активами и лицензиями: инвентаризация, отслеживание использования, оптимизация лиценка лицензий (Flexera, Snow License Manager, Lansweeper).</a:t>
            </a:r>
          </a:p>
          <a:p>
            <a:pPr/>
            <a:r>
              <a:t>- Отчётность и аналитика: регулярные дашборды, анализ трендов, прогнозирование (Power BI, Tableau, Qlik, встроенные отчёты ITSM‑платформ).</a:t>
            </a:r>
          </a:p>
          <a:p>
            <a:pPr/>
            <a:r>
              <a:t>Слайд 5</a:t>
            </a:r>
          </a:p>
          <a:p>
            <a:pPr/>
            <a:r>
              <a:t>Пошаговый план внедрения ITFM</a:t>
            </a:r>
          </a:p>
          <a:p>
            <a:pPr/>
            <a:r>
              <a:t>1. Оценка текущего состояния – инвентаризация источников данных о расходах (финансовые системы, CMDB, облачные счета, лицензирующие площадки); оценка качества данных, пробелов в учёте, существующих процессов бюджетирования и отчётности.</a:t>
            </a:r>
          </a:p>
          <a:p>
            <a:pPr/>
            <a:r>
              <a:t>2. Определение целей и scope – что именно нужно контролировать (CAPEX/OPEX, облачные сервисы, внутренние разработки, аутсорсинг); ключевые показатели (KPIs): стоимость единицы услуги, % отклонения бюджета, показатель стоимости на пользователя, ROI проектов.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3. Проектирование модели затрат – выбор метода распределения: прямые затраты, пропорциональное распределение (по пользователям, транзакциям, объёму данных), гибридные модели; определение cost pools (например, «инфраструктура», «приложения», «поддержка», «облачные сервисы»).</a:t>
            </a:r>
          </a:p>
          <a:p>
            <a:pPr/>
            <a:r>
              <a:t>4. Выбор и настройка инструмента – оценка готового решения (Apptio, Cloudability, ServiceNow Financial Management, Flexera) либо построение собственного хранилища данных (data warehouse) с ETL‑процессами; настройка интеграции с ERP, CMDB, облачными провайдерами (AWS Cost Explorer, Azure Cost Management, GCP Billing).</a:t>
            </a:r>
          </a:p>
          <a:p>
            <a:pPr/>
            <a:r>
              <a:t>5. Сбор и автоматизация данных – обеспечение регулярной загрузки данных о расходах, потреблении ресурсов, лицензиях; валидация и очистка данных (удаление дубликатов, приведение к единой валюте, учёт налогов).</a:t>
            </a:r>
          </a:p>
          <a:p>
            <a:pPr/>
            <a:r>
              <a:t>6. Организация управления (governance) – назначение ролей: владелец модели (IT finance owner), ответственные за сбор данных (finance analysts, asset owners), комитет по контролю затрат; утверждение политик и процедур (частотa обновления, уровни утверждения изменений в модели).</a:t>
            </a:r>
          </a:p>
          <a:p>
            <a:pPr/>
            <a:r>
              <a:t>7. Пилотный запуск и доработка – выбор ограниченного набора сервисов или бизнес‑подразделений для теста; сравнение план‑факт, корректировка драйверов распределения, уточнение отчётных форматов.</a:t>
            </a:r>
          </a:p>
          <a:p>
            <a:pPr/>
            <a:r>
              <a:t>8. Полномасштабное внедрение и регулярная отчётность – ежемесячные/квартальные дашборды для CIO, CFO и бизнес‑руководителей; автоматизированные алерты о превышении бюджета или аномальных тратах.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9. Непрерывное улучшение – периодический пересмотр модели затрат (например, ежегодно); включение новых источников данных (например, сервис‑меш, Kubernetes‑кластеры); обучение пользователей и повышение финансовой грамотности ИТ‑команды.</a:t>
            </a:r>
          </a:p>
          <a:p>
            <a:pPr/>
            <a:r>
              <a:t>Слайд 6</a:t>
            </a:r>
          </a:p>
          <a:p>
            <a:pPr/>
            <a:r>
              <a:t>Ключевые источники и следующие шаги</a:t>
            </a:r>
          </a:p>
          <a:p>
            <a:pPr/>
            <a:r>
              <a:t>- Источники: ITIL® 4 – практика Financial Management (AXELOS, 2019); Gartner – «IT Financial Management: Best Practices for Cost Transparency and Optimization» (2022‑2023); COBIT 2019 – область управления ресурсами (EDM06 – Ensure Benefits Delivery); ISO/IEC 20000‑1 – требования к управлению финансами в сфере ИТ‑услуг; статьи CIO.com о построении моделей себестоимости ИТ‑услуг и применении show‑back/charge‑back.</a:t>
            </a:r>
          </a:p>
          <a:p>
            <a:pPr/>
            <a:r>
              <a:t>- Следующие шаги для вас:</a:t>
            </a:r>
          </a:p>
          <a:p>
            <a:pPr/>
            <a:r>
              <a:t>1. Определите критически важные категории ИТ‑расходов (облако, лицензии, внутренняя разработка).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2. Проведите аудит существующих источников данных (бухгалтерия, CMDB, счета облачных провайдеров).</a:t>
            </a:r>
          </a:p>
          <a:p>
            <a:pPr/>
            <a:r>
              <a:t>3. Выберите подход: пилот с существующим BI‑инструментом (Power BI/Tableau) либо пилотное внедрение специализированного решения (например, Apptio Cloudability).</a:t>
            </a:r>
          </a:p>
          <a:p>
            <a:pPr/>
            <a:r>
              <a:t>4. Составьте дорожную карту с вехами и ответственными лицами.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